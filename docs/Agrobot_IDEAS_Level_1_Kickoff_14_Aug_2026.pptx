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AGROBOT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TEAM NAME: AGROBOT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49824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CE05B"/>
                </a:solidFill>
                <a:latin typeface="Aptos"/>
              </a:rPr>
              <a:t>DATE: 14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LEVEL 1 · CUSTOMER DISCOVERY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9966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4015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383280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8313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813048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26110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42816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690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4672584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Agrobot interviews completed.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424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9611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31614"/>
                </a:solidFill>
                <a:latin typeface="Aptos Display"/>
              </a:rPr>
              <a:t>Close enough to the field.
Disciplined enough to question the thesis.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89503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C655F"/>
                </a:solidFill>
                <a:latin typeface="Aptos"/>
              </a:rPr>
              <a:t>Customer discovery · wants to reduce field-to-audit friction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721608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904488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7307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31614"/>
                </a:solidFill>
                <a:latin typeface="Aptos"/>
              </a:rPr>
              <a:t>VIVEK GUPTA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32504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C655F"/>
                </a:solidFill>
                <a:latin typeface="Aptos"/>
              </a:rPr>
              <a:t>Systems thinking · interested in evidence-led farm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62856"/>
            <a:ext cx="621792" cy="621792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745736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572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873752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C655F"/>
                </a:solidFill>
                <a:latin typeface="Aptos"/>
              </a:rPr>
              <a:t>Nashik context · connected to real horticulture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04688" y="2542032"/>
            <a:ext cx="6108192" cy="2880360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880360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WHY THIS IS THE RIGHT MOMENT TO DISCOVER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33872" y="3438144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383280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Compliance evidence has a defined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712464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APEDA traceability and PHI requirements create an observable context—not yet proof of willingness to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3872" y="423367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417880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Information-only economics are weak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450799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Repository research finds farmer WTP near ₹14.89/acre, making the buyer and outcome critical.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33872" y="5029200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9904" y="4974336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Learning is still cheap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5303520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Interviews can invalidate the thesis before capital, hardware or field claims.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Team: repository IDEAS roster. Timing: APEDA workflow; [F01] information WTP; [G01–G03] advisory market and liability evidence. Photo boxes remain editable.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109728" cy="443484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353312"/>
            <a:ext cx="99669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42032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BCE05B"/>
                </a:solidFill>
                <a:latin typeface="Aptos Display"/>
              </a:rPr>
              <a:t>Level 1 begins with listening—not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2DAD4"/>
                </a:solidFill>
                <a:latin typeface="Aptos"/>
              </a:rPr>
              <a:t>Next: test the customer, pain, payer and value hypotheses through structured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TEAM NAME: AGROBOT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7C0BA"/>
                </a:solidFill>
                <a:latin typeface="Aptos"/>
              </a:rPr>
              <a:t>14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DB4AF"/>
                </a:solidFill>
                <a:latin typeface="Aptos"/>
              </a:rPr>
              <a:t>IDEAS L1C19 — Kickoff · Desai Sethi School of Entrepreneurship, IIT Bombay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TEAM: AGROBOT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Agrobot — IDEAS IIT Bombay Level 1 Kickoff</dc:title>
  <dc:subject>Customer discovery: customer, pain, payer and value hypothesis</dc:subject>
  <dc:creator>Agrobot Team,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