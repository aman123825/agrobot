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AGROBOT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TEAM NAME: AGROBOT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49824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CE05B"/>
                </a:solidFill>
                <a:latin typeface="Aptos"/>
              </a:rPr>
              <a:t>DATE: 14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LEVEL 1 · CUSTOMER DISCOVERY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9966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4015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383280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8313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813048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26110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42816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690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4672584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Agrobot interviews completed.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424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10241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31614"/>
                </a:solidFill>
                <a:latin typeface="Aptos Display"/>
              </a:rPr>
              <a:t>A team with agricultural context—and access to people who can challenge our assumptions.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8716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48716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PRITISH NANDY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77977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Team Head · coordinates Level 1 customer-discovery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36976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01568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236976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29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Customer discovery · wants to reduce field-to-audit friction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678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51376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98678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VIVEK KUMAR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279392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From Jaunpur, Uttar Pradesh · agriculture-family background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0118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73659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502920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Nashik context · connected to real horticulture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4688" y="2340864"/>
            <a:ext cx="6108192" cy="33101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3872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CE05B"/>
                </a:solidFill>
                <a:latin typeface="Aptos"/>
              </a:rPr>
              <a:t>CUSTOMER-DISCOVERY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3872" y="31821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31272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Tinkerers’ Lab, IIT Bombay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34564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We are in contact with Ashwini Ma’am to seek guidance and relevant discovery connections; this is access, not validation.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4096511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40416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Agricultural context in the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43708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Vivek’s Jaunpur agriculture background and Shreyash’s Nashik context can help recruit grounded conversations.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2" y="50109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9904" y="49560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Online evidence guides—not replaces—interviews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52852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APEDA traceability, PHI and market evidence will shape questions; customer statements will test the thesis.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Team/access details: supplied by Agrobot team. Public discovery context: APEDA traceability and PHI guidance; repository evidence register. No endorsement or validation is implied.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109728" cy="443484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353312"/>
            <a:ext cx="99669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42032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BCE05B"/>
                </a:solidFill>
                <a:latin typeface="Aptos Display"/>
              </a:rPr>
              <a:t>Level 1 begins with listening—not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2DAD4"/>
                </a:solidFill>
                <a:latin typeface="Aptos"/>
              </a:rPr>
              <a:t>Next: test the customer, pain, payer and value hypotheses through structured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TEAM NAME: AGROBOT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7C0BA"/>
                </a:solidFill>
                <a:latin typeface="Aptos"/>
              </a:rPr>
              <a:t>14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DB4AF"/>
                </a:solidFill>
                <a:latin typeface="Aptos"/>
              </a:rPr>
              <a:t>IDEAS L1C19 — Kickoff · Desai Sethi School of Entrepreneurship, IIT Bombay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Agrobot — IDEAS IIT Bombay Level 1 Kickoff</dc:title>
  <dc:subject>Customer discovery: customer, pain, payer and value hypothesis</dc:subject>
  <dc:creator>Agrobot Team,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